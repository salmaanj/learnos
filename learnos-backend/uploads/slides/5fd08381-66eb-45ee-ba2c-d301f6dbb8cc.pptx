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656" y="1687115"/>
            <a:ext cx="2452687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5406" y="2249090"/>
            <a:ext cx="9501187" cy="1270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0" sz="4350" i="0" u="none">
                <a:solidFill>
                  <a:srgbClr val="0F172A"/>
                </a:solidFill>
                <a:latin typeface="Poppins ExtraBold"/>
              </a:rPr>
              <a:t>Creating a Simple Mobile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05237"/>
            <a:ext cx="7620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Learn how to build responsive mobile user interfaces using Flutter's core layout and content widgets.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106" y="1782365"/>
            <a:ext cx="119062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4237" y="4808934"/>
            <a:ext cx="1095375" cy="361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3912" y="4808934"/>
            <a:ext cx="838200" cy="361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6412" y="4808934"/>
            <a:ext cx="581025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737" y="4808934"/>
            <a:ext cx="666750" cy="361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2787" y="4808934"/>
            <a:ext cx="752475" cy="361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9562" y="4808934"/>
            <a:ext cx="8382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7089"/>
            <a:ext cx="3530649" cy="28134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27089"/>
            <a:ext cx="3530649" cy="28134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27089"/>
            <a:ext cx="3530649" cy="281344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79514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503414"/>
            <a:ext cx="3207119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oppins"/>
              </a:rPr>
              <a:t>Layout &amp;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51089"/>
            <a:ext cx="305439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Column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Row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, and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Container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arrange elements vertically, horizontally, and control spacing with padding and background styling.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779514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503414"/>
            <a:ext cx="3207119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oppins"/>
              </a:rPr>
              <a:t>Visual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951089"/>
            <a:ext cx="305439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Text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displays styled typography while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Image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presents graphical assets or network photos to deliver rich visual information.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779514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503414"/>
            <a:ext cx="3207119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oppins"/>
              </a:rPr>
              <a:t>User Interaction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951089"/>
            <a:ext cx="305439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Buttons like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ElevatedButton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and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TextButton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capture user touch events to trigger actions and navigate through app workflows.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737" y="2931914"/>
            <a:ext cx="2571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5562" y="2931914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4811" y="2931914"/>
            <a:ext cx="20002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oppins"/>
              </a:rPr>
              <a:t>Core Flutter UI Widgets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80468"/>
            <a:ext cx="5381625" cy="35066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080468"/>
            <a:ext cx="5381625" cy="3506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956768"/>
            <a:ext cx="46767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The primary building blocks for multi-child directional layouts: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19648"/>
            <a:ext cx="467677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Arranges children vertically top-to-bottom.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985319"/>
            <a:ext cx="467677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Arranges children horizontally left-to-right.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503390"/>
            <a:ext cx="46767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Key properties: 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mainAxisAlignment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and 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crossAxisAlignment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control positioning along primary and perpendicular axes.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2956768"/>
            <a:ext cx="46767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 versatile single-child styling box for customization: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300" y="3345358"/>
            <a:ext cx="467677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Explicit width and height constraints.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1300" y="3711029"/>
            <a:ext cx="467677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External margin and internal padding.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4076700"/>
            <a:ext cx="4676775" cy="556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Custom background colors, rounded borders, and subtle drop shadows.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485280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04925" y="2432893"/>
            <a:ext cx="3150393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Column &amp; Row Widgets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3619648"/>
            <a:ext cx="647700" cy="28947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" y="3985319"/>
            <a:ext cx="419100" cy="28947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1300" y="2485280"/>
            <a:ext cx="23812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43725" y="2432893"/>
            <a:ext cx="24003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Container Widget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1300" y="3345358"/>
            <a:ext cx="952500" cy="28947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1300" y="3711029"/>
            <a:ext cx="723900" cy="28947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1300" y="4076700"/>
            <a:ext cx="952500" cy="28947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oppins"/>
              </a:rPr>
              <a:t>Layout &amp; Structure Widgets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57250" y="1631751"/>
            <a:ext cx="10477500" cy="948630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76375" y="1822251"/>
            <a:ext cx="9629775" cy="567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Text Widget: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Displays user interface text. Customize typography using 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TextStyle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to set font size, font weight, letter spacing, and colors.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732782"/>
            <a:ext cx="10477500" cy="948630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76375" y="2923282"/>
            <a:ext cx="9629775" cy="567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Image Widget: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Renders visual assets using 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Image.asset()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for local files or 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Image.network()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for online photos with 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BoxFit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attributes.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3833812"/>
            <a:ext cx="10477500" cy="948630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6375" y="4024312"/>
            <a:ext cx="9629775" cy="567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Button Widgets: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Use 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ElevatedButton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for filled action triggers or 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TextButton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for secondary actions, configured with the 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onPressed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250" y="4934842"/>
            <a:ext cx="10477500" cy="948630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76375" y="5125342"/>
            <a:ext cx="9629775" cy="567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Widget Tree Composition: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Nest these elements together seamlessly inside scaffold bodies to create intuitive, highly responsive mobile screens.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250" y="2570857"/>
            <a:ext cx="10477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7250" y="3671887"/>
            <a:ext cx="10477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250" y="4772917"/>
            <a:ext cx="10477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7250" y="5873948"/>
            <a:ext cx="10477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1865114"/>
            <a:ext cx="180975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2966144"/>
            <a:ext cx="20955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75" y="4067175"/>
            <a:ext cx="23812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75" y="5168205"/>
            <a:ext cx="238125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oppins"/>
              </a:rPr>
              <a:t>Content &amp; Interactive Elements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4609"/>
            <a:ext cx="5286375" cy="36497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5550693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oppins"/>
              </a:rPr>
              <a:t>Assembling the Mobile Screen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663154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By nesting our basic widgets into a logical hierarchy, we turn simple components into a complete mobile user screen.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573684"/>
            <a:ext cx="628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8BDF8"/>
                </a:solidFill>
                <a:latin typeface="Inter"/>
              </a:rPr>
              <a:t>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47975"/>
            <a:ext cx="704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BBF24"/>
                </a:solidFill>
                <a:latin typeface="Inter"/>
              </a:rPr>
              <a:t>children: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122265"/>
            <a:ext cx="5048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8BDF8"/>
                </a:solidFill>
                <a:latin typeface="Inter"/>
              </a:rPr>
              <a:t>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7825" y="3122265"/>
            <a:ext cx="6762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BBF24"/>
                </a:solidFill>
                <a:latin typeface="Inter"/>
              </a:rPr>
              <a:t>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3122265"/>
            <a:ext cx="800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DE80"/>
                </a:solidFill>
                <a:latin typeface="Inter"/>
              </a:rPr>
              <a:t>'https://...'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396555"/>
            <a:ext cx="800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8BDF8"/>
                </a:solidFill>
                <a:latin typeface="Inter"/>
              </a:rPr>
              <a:t>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670845"/>
            <a:ext cx="704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BBF24"/>
                </a:solidFill>
                <a:latin typeface="Inter"/>
              </a:rPr>
              <a:t>padding: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0250" y="3670845"/>
            <a:ext cx="9239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8BDF8"/>
                </a:solidFill>
                <a:latin typeface="Inter"/>
              </a:rPr>
              <a:t>EdgeInsets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0375" y="3670845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BBF24"/>
                </a:solidFill>
                <a:latin typeface="Inter"/>
              </a:rPr>
              <a:t>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3945135"/>
            <a:ext cx="428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BBF24"/>
                </a:solidFill>
                <a:latin typeface="Inter"/>
              </a:rPr>
              <a:t>child: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4025" y="3945135"/>
            <a:ext cx="361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8BDF8"/>
                </a:solidFill>
                <a:latin typeface="Inter"/>
              </a:rPr>
              <a:t>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2175" y="3945135"/>
            <a:ext cx="16478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DE80"/>
                </a:solidFill>
                <a:latin typeface="Inter"/>
              </a:rPr>
              <a:t>'Welcome to Flutter'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419451"/>
            <a:ext cx="1247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8BDF8"/>
                </a:solidFill>
                <a:latin typeface="Inter"/>
              </a:rPr>
              <a:t>ElevatedButton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4693741"/>
            <a:ext cx="942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BBF24"/>
                </a:solidFill>
                <a:latin typeface="Inter"/>
              </a:rPr>
              <a:t>onPressed: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4968031"/>
            <a:ext cx="428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BBF24"/>
                </a:solidFill>
                <a:latin typeface="Inter"/>
              </a:rPr>
              <a:t>child: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24025" y="4968031"/>
            <a:ext cx="361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8BDF8"/>
                </a:solidFill>
                <a:latin typeface="Inter"/>
              </a:rPr>
              <a:t>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2175" y="4968031"/>
            <a:ext cx="10287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DE80"/>
                </a:solidFill>
                <a:latin typeface="Inter"/>
              </a:rPr>
              <a:t>'Get Started'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112" y="4230885"/>
            <a:ext cx="2771775" cy="504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90474" y="2122289"/>
            <a:ext cx="8411051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200" i="0" u="none">
                <a:solidFill>
                  <a:srgbClr val="0F172A"/>
                </a:solidFill>
                <a:latin typeface="Poppins ExtraBold"/>
              </a:rPr>
              <a:t>Start Building Your Flutter 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084314"/>
            <a:ext cx="66675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You now have all the core widgets needed to design clean, responsive mobile application screens.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012" y="4402335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3595538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29125" y="3588990"/>
            <a:ext cx="44291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https://www.codester.com/static/uploads/items/000/061/61919/preview.jpg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29125" y="3834705"/>
            <a:ext cx="44291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www.codester.com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